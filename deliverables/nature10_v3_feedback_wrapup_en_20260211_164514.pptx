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Nature10 Prompt v3 Evaluation Wrap-up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900">
                <a:solidFill>
                  <a:srgbClr val="1F2937"/>
                </a:solidFill>
                <a:latin typeface="Calibri"/>
              </a:rPr>
              <a:t>English briefing deck | Dataset: 10 papers | Model: gpt-5.2-2025-12-11 | Runs: high/high ×2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What Was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Dynamic challenge workflow: run -&gt; compare with human gold -&gt; immediate high-effort challenge on mismatches.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Prompt upgraded to v3 with Q1/Q3/Q6/Q9/Q12 coder notes and strict abstention policy.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Two-round high/high evaluation completed on the same 10-paper set with full parsing coverage.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Outputs now include score report, per-paper summary, challenge diagnostics, and visual dashboards.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  <a:latin typeface="Calibri"/>
              </a:rPr>
              <a:t>Run ID: nature10_v3_highhigh2_20260211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Baseline vs v3 (Key Shift)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High baseline: 5/10 match, 3 mismatch, 2 unclassified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Medium baseline: 6/10 match, 2 mismatch, 2 unclassified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Current high/high members: R1=6/10 (0.60), R2=7/10 (0.70).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Q6 accuracy moved from baseline High=0.111 / Medium=0.200 to current=0.800.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Vote result: 6/10 correct, coverage=0.90 (1 tie).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Prompt v3 Changes (Implemented)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Q6 clarified as within-domain transferability (not cross-domain universal adjudication).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Q1 gate widened: decision-relevant diagnostics/scenario/projection papers are in-scope.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Q9 expanded to implicit technocratic optimization and income/consumption/labor-response logic.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Q9 and Q12 explicitly non-mutual-exclusive; social-welfare/externality layers allowed in Q12.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Type 4 softened from strict non-negotiable language to non-utility-dominant frame.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Strict abstention: if Q1=True, avoid q15=null unless truly indeterminable.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  <a:latin typeface="Calibri"/>
              </a:rPr>
              <a:t>Source files: nature10_v3_highhigh2.yaml + 4pt_theory_v3_20260211.md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Input Capacity Check (Max Prompt Safety)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Constraint check passed: all papers and full prompt template were ingested without truncation failures.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Observed prompt tokens: max=9735, mean=7976.6 across 20 calls.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Observed completion tokens: max=1550, mean=973.9.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JSON parse quality: 20/20 strict parse success, 0 parse errors, 0 LLM errors.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Current config remains safe for full-paper Nature10 high/high runs (max_output_tokens=6000).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Current Run Visuals</a:t>
            </a:r>
          </a:p>
        </p:txBody>
      </p:sp>
      <p:pic>
        <p:nvPicPr>
          <p:cNvPr id="3" name="Picture 2" descr="gold_vs_vot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5760720" cy="4480560"/>
          </a:xfrm>
          <a:prstGeom prst="rect">
            <a:avLst/>
          </a:prstGeom>
        </p:spPr>
      </p:pic>
      <p:pic>
        <p:nvPicPr>
          <p:cNvPr id="4" name="Picture 3" descr="member_coverage_vs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7150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6928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Gold vs Vote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566928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Member Coverage vs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Vote Confusion and Field Accuracies</a:t>
            </a:r>
          </a:p>
        </p:txBody>
      </p:sp>
      <p:pic>
        <p:nvPicPr>
          <p:cNvPr id="3" name="Picture 2" descr="vote_confu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188720"/>
            <a:ext cx="4572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q1_fit: 1.00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q3_on_ground: 0.80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q6_generalizable: 0.80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q9_self_interested: 0.80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q12_beyond_self_interest: 0.65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q15_final_type: 0.65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75569"/>
                </a:solidFill>
                <a:latin typeface="Calibri"/>
              </a:rPr>
              <a:t>Confusion concentrated in Type1/Type2/Type4 boundaries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Per-Paper Results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60120"/>
          <a:ext cx="11338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480560"/>
                <a:gridCol w="822960"/>
                <a:gridCol w="822960"/>
                <a:gridCol w="822960"/>
                <a:gridCol w="914400"/>
                <a:gridCol w="2560320"/>
              </a:tblGrid>
              <a:tr h="8991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Human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Vote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Feasibility of peak temperature targets in light of institutional...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Elevated urban energy risks due to climate-driven biophysical fee...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Global patterns and drivers of tropical aboveground carbon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Relaxing fertility policies and delaying retirement age increase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Energy and socioeconomic system transformation through a decade o...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Per-Paper Results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60120"/>
          <a:ext cx="11338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480560"/>
                <a:gridCol w="822960"/>
                <a:gridCol w="822960"/>
                <a:gridCol w="822960"/>
                <a:gridCol w="914400"/>
                <a:gridCol w="2560320"/>
              </a:tblGrid>
              <a:tr h="8991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Human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Vote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Representing gender inequality in scenarios improves understandin...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High-income groups disproportionately contribute to climate extre...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Improving cost–benefit analyses for health-considered climate mit...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tie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Restoration cannot be scaled up globally to save reefs from loss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Power price stability and the insurance value of renewable techno...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Feedback Focus: Problem Cases After v3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5156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2377440"/>
                <a:gridCol w="3200400"/>
                <a:gridCol w="1097280"/>
              </a:tblGrid>
              <a:tr h="749807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Current Issue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Observed AI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High-Challenge Revision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Type drift to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Human=1, R1=4, R2=4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Rev: 1 (both rounds)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Type drift to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Human=1, R1=4, R2=4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Rev: 1 (both rounds)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Tie / boundary 1 vs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Human=2, R1=1, R2=2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Rev: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Type drift to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Human=2, R1=1, R2=1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Rev: 2 (both rounds)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166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B91C1C"/>
                </a:solidFill>
                <a:latin typeface="Calibri"/>
              </a:rPr>
              <a:t>Pattern: Most residual errors are Type-boundary errors (Type1/Type2/Type4), not parser failures.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Feedback-Driven Error Diagnosis (Main Findings)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Paper 4 &amp; 9: AI over-shifted to Type 4; challenge says both should remain Type 1.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Paper 30: Type 1 vs Type 2 boundary remains unstable when papers are methodological CBA critiques.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Paper 50: Simulation-based market analysis was over-coded as Type 1; challenge moves it to Type 2.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Residual risk is now concentrated in boundary rules, not in Q1 scope or parser robustness.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What This Feedback Means for Prompt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Need tighter Q3 gate: simulation/forecast outputs alone should not auto-count as on-the-ground interventions.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Need tighter Q12 gate: externality/welfare terms alone should not imply beyond-self-interest framing.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Need Q15 disambiguator: projection evidence useful for planning is not equivalent to action-ranking/recommendation.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Need clearer Type1 vs Type2 boundary when social-welfare CBA appears in methodological papers.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Code Review &amp; Pipeline Hardening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Implementation tracker status (2026-02-09): 18 items resolved/verified in code.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Resolved critical issues include P0=6, P1=10 (config gating, parse safety, voting semantics, reporting consistency).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Current run confirms hardening impact: stable raw-&gt;parse-&gt;report chain, deterministic outputs, and clean challenge artifacts.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Result: remaining performance gaps are primarily prompt semantics and labeling boundaries, not pipeline reliability.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  <a:latin typeface="Calibri"/>
              </a:rPr>
              <a:t>Source: CODE_IMPLEMENTATION_ISSUES.md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Recommended Next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Apply a small v3.1 prompt patch only on Q3/Q12/Q15 boundary clauses (keep successful Q6/Q1/Q9 changes intact).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Re-run the same 10-paper benchmark with high/high x2 for direct A/B comparability.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Use the 4 persistent error papers (4/9/30/50) as mandatory regression cases for every prompt revision.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Promote to wider set only after vote-level accuracy and tie-rate improve on this fixed benchmark.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  <a:latin typeface="Calibri"/>
              </a:rPr>
              <a:t>This deck is ready for direct researcher meeting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